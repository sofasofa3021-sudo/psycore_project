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0" r:id="rId5"/>
    <p:sldId id="257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76" d="100"/>
          <a:sy n="76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749AC1-8D5E-4EB5-87AD-0760D45420E8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ru-RU" noProof="1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C47C68-5B2F-42B5-95FE-C3031574EEB1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1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24A772-5D94-4F12-8B86-44D4FB26368F}" type="slidenum">
              <a:rPr lang="ru-RU" noProof="1" dirty="0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dirty="0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5174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80161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A90C-A822-E846-82A0-7E70482B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5E19D0E-6065-6506-E7B7-848DF4F64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4A4C3D1-D9EE-0513-B099-0C868753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B84914-64F9-E311-C2D4-66BD46AE6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3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569972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C961-5A12-0F7B-0984-44DFDB34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2756DEB-ED1B-3FAD-56AB-A18EE45EA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591EEFB-2552-8C26-17D2-27BF74AE2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79AD59-C883-EC92-D9A7-176CDF8E2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4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495294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E303-3DE3-A68F-75D9-65CE6AA0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18C57A7-C937-FE5E-D5B3-CCBA8017E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5E14F22-0870-7C99-FC01-8E42AA724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380928-9522-0C38-EEC5-B6D9A5E18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5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818239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23403-8CE6-C78B-6E93-F5917BA5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ECD2DCE-26D4-0044-D583-24F2FE268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875150A-E749-FC98-5421-03C171766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EEE4F3-F3FF-D4F8-41A8-FBB3F54A9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6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444815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A6C9B-D3AC-3CBC-5BB7-C60004E9C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037911-89D3-B7E7-DBE5-FBB687607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574EB87-8DB9-7CA4-955A-BDAC7B4D8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98E4E5-716E-B77B-3627-545F26C54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7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89253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Полилиния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Полилиния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Полилиния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Полилиния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Полилиния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Полилиния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rtlCol="0"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1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DF47DE-273E-488A-93E0-A11ADEA9B9C9}" type="datetime1">
              <a:rPr lang="ru-RU" noProof="1" dirty="0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370B76-9E69-4F47-AA69-EACE3D52D2E7}" type="datetime1">
              <a:rPr lang="ru-RU" noProof="1" dirty="0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rtlCol="0" anchor="b"/>
          <a:lstStyle>
            <a:lvl1pPr algn="r">
              <a:defRPr sz="40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2572278" y="4777381"/>
            <a:ext cx="8930748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D5ABB4-2D0E-4613-A5D0-676E93A46986}" type="datetime1">
              <a:rPr lang="ru-RU" noProof="1" dirty="0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1484312" y="2666999"/>
            <a:ext cx="4895055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607967" y="2667000"/>
            <a:ext cx="4895056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600C73-E6E6-4667-B4A9-574C1A31D491}" type="datetime1">
              <a:rPr lang="ru-RU" noProof="1" dirty="0" smtClean="0"/>
              <a:t>07.12.2025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772179" y="2658533"/>
            <a:ext cx="460718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1484311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880487" y="2667000"/>
            <a:ext cx="462253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607967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D6C61B-4BC7-450B-B521-067888A271A6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369D23-9ED2-4009-8E40-364295259D64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259CA2-169F-4CFE-965D-8D91E640A109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262033" y="685799"/>
            <a:ext cx="6240990" cy="5105401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2" y="2971800"/>
            <a:ext cx="3549121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509601-BFB2-4950-8529-7030D9D2783A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4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2724" y="3124199"/>
            <a:ext cx="5426158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AD2D47-3985-403D-BB64-6B05FCF3CD18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1" y="5299603"/>
            <a:ext cx="10018711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853DAC-4AF5-4288-9253-BF40FCA4C3DA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343400"/>
            <a:ext cx="10018713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FF79C8-D3F6-4B0D-9805-10EDB1C5EE9C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адпись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1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1">
                <a:solidFill>
                  <a:schemeClr val="tx1"/>
                </a:solidFill>
                <a:effectLst/>
              </a:rPr>
              <a:t>»</a:t>
            </a:r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2436811" y="3428999"/>
            <a:ext cx="8532815" cy="381000"/>
          </a:xfrm>
        </p:spPr>
        <p:txBody>
          <a:bodyPr rtlCol="0"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1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6AD39-F790-4AE9-A3C0-EDD83650A5A1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rtlCol="0" anchor="b">
            <a:normAutofit/>
          </a:bodyPr>
          <a:lstStyle>
            <a:lvl1pPr algn="r">
              <a:defRPr sz="32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7381"/>
            <a:ext cx="10018710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9C875-68A5-416C-953F-6060E3FF922E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 с цита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адпись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1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1">
                <a:solidFill>
                  <a:schemeClr val="tx1"/>
                </a:solidFill>
                <a:effectLst/>
              </a:rPr>
              <a:t>»</a:t>
            </a:r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5200"/>
            <a:ext cx="10018710" cy="10160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177B04-ADE3-4D48-9249-8F6469DAAEB4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3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B7D222-3BB8-4073-BC98-464DC2B015F1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3A6F1E-4417-474E-8283-614818F2A4DB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1484312" y="685800"/>
            <a:ext cx="8019742" cy="5105400"/>
          </a:xfrm>
        </p:spPr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E311C0-3E11-41B8-89EC-2FF5859D4CFC}" type="datetime1">
              <a:rPr lang="ru-RU" noProof="1" smtClean="0"/>
              <a:t>07.12.2025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Полилиния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Полилиния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Полилиния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Полилиния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Полилиния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Полилиния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802C4E0A-C8FF-40F8-8BC6-6C75382E8759}" type="datetime1">
              <a:rPr lang="ru-RU" noProof="1" dirty="0" smtClean="0"/>
              <a:t>07.12.2025</a:t>
            </a:fld>
            <a:endParaRPr lang="ru-RU" noProof="1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621" y="495532"/>
            <a:ext cx="8174971" cy="3285866"/>
          </a:xfrm>
        </p:spPr>
        <p:txBody>
          <a:bodyPr rtlCol="0">
            <a:normAutofit/>
          </a:bodyPr>
          <a:lstStyle/>
          <a:p>
            <a:pPr algn="l"/>
            <a:r>
              <a:rPr lang="ru-RU" sz="6200" noProof="1">
                <a:solidFill>
                  <a:srgbClr val="FFFF00"/>
                </a:solidFill>
              </a:rPr>
              <a:t>Рациональный асиистент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229" y="4719535"/>
            <a:ext cx="7178070" cy="863348"/>
          </a:xfrm>
        </p:spPr>
        <p:txBody>
          <a:bodyPr rtlCol="0">
            <a:normAutofit/>
          </a:bodyPr>
          <a:lstStyle/>
          <a:p>
            <a:pPr algn="l" rtl="0"/>
            <a:r>
              <a:rPr lang="en-US" sz="4000" b="1" noProof="1"/>
              <a:t>PsyCore</a:t>
            </a:r>
            <a:endParaRPr lang="ru-RU" sz="4000" b="1" noProof="1"/>
          </a:p>
        </p:txBody>
      </p:sp>
      <p:pic>
        <p:nvPicPr>
          <p:cNvPr id="4" name="Рисунок 3" descr="Изображение выглядит как Шрифт, желтый, символ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E1DE2C-CD73-EFE4-06F9-D38F9F84A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202" y="2832837"/>
            <a:ext cx="1920091" cy="7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751" y="347734"/>
            <a:ext cx="7928513" cy="2782888"/>
          </a:xfrm>
        </p:spPr>
        <p:txBody>
          <a:bodyPr rtlCol="0">
            <a:normAutofit fontScale="90000"/>
          </a:bodyPr>
          <a:lstStyle/>
          <a:p>
            <a:r>
              <a:rPr lang="ru-RU" b="1" dirty="0"/>
              <a:t>Задача: создание онлайн-ассистента,</a:t>
            </a:r>
            <a:br>
              <a:rPr lang="ru-RU" b="1" dirty="0"/>
            </a:br>
            <a:r>
              <a:rPr lang="ru-RU" b="1" dirty="0"/>
              <a:t>который избавляет от нерациональных покупок</a:t>
            </a:r>
            <a:br>
              <a:rPr lang="ru-RU" b="1" dirty="0"/>
            </a:br>
            <a:endParaRPr lang="ru-RU" noProof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651" y="3130622"/>
            <a:ext cx="8228723" cy="3379644"/>
          </a:xfrm>
        </p:spPr>
        <p:txBody>
          <a:bodyPr rtlCol="0" anchor="t">
            <a:normAutofit/>
          </a:bodyPr>
          <a:lstStyle/>
          <a:p>
            <a:pPr marL="0" indent="0" rtl="0">
              <a:buNone/>
            </a:pPr>
            <a:r>
              <a:rPr lang="ru-RU" noProof="1"/>
              <a:t>Который также может:</a:t>
            </a:r>
          </a:p>
          <a:p>
            <a:r>
              <a:rPr lang="ru-RU" b="1" dirty="0"/>
              <a:t>Устанавливать запрещённые категории товаров</a:t>
            </a:r>
          </a:p>
          <a:p>
            <a:r>
              <a:rPr lang="ru-RU" b="1" noProof="1"/>
              <a:t>Устанавливать диапозоны охлаждения</a:t>
            </a:r>
          </a:p>
          <a:p>
            <a:r>
              <a:rPr lang="ru-RU" b="1" noProof="1"/>
              <a:t>Учитывает текущие накопления и их размер</a:t>
            </a:r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7908A-5B23-CCF4-6FDF-8DCB11B6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8E9556A-4B91-0662-9B38-8D94385F2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19C85AF1-6B09-5817-452F-14B7925E2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C960E52C-DFF2-3140-A377-F598991CA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9F52DD80-36E7-430B-A215-BEF9CE595E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75DEE2E0-B9C2-4C51-A50C-BFE986B91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17C2960E-CB81-98ED-6498-72F862CC6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2587C79A-C459-5CA7-351A-6D7FAF156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2617D476-DC27-EFB9-8EB0-D844ADEC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54203-551E-DE8A-B0FC-2E405AB7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86784" y="-615304"/>
            <a:ext cx="7928513" cy="2782888"/>
          </a:xfrm>
        </p:spPr>
        <p:txBody>
          <a:bodyPr rtlCol="0">
            <a:normAutofit/>
          </a:bodyPr>
          <a:lstStyle/>
          <a:p>
            <a:r>
              <a:rPr lang="ru-RU" noProof="1"/>
              <a:t>Решение: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9C961E-3479-D0B7-30E2-B21B1B60B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55" y="1554741"/>
            <a:ext cx="8228723" cy="3379644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ru-RU" sz="3200" dirty="0"/>
              <a:t>Мы создали сайт ,который поможет человеку воздержаться от импульсивных покупок, а также рассчитать период, за который человек может купить ту или иную вещь, при этом не потратив свои последние деньги.</a:t>
            </a:r>
            <a:endParaRPr lang="ru-RU" sz="3200" noProof="1"/>
          </a:p>
        </p:txBody>
      </p:sp>
    </p:spTree>
    <p:extLst>
      <p:ext uri="{BB962C8B-B14F-4D97-AF65-F5344CB8AC3E}">
        <p14:creationId xmlns:p14="http://schemas.microsoft.com/office/powerpoint/2010/main" val="426786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C7495-29F9-B5CA-CEAA-01C50C2A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88F68B1-8B8A-7363-E70C-23694C6F5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24404A8-912E-9EB4-2C3B-F65E24E68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196DBAD4-4538-8036-8949-6625FEBBE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16A15E53-D511-AA0C-E8A3-1C878DA3D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6CBD7B13-63A2-9E10-A664-FE891169D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4B9429B3-4041-3D59-67BA-9D1199F79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AF667869-966E-5176-E8F3-5860B6CEC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7AAEF686-FADE-7360-CD9F-0E55E8AC5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F30BB-7F91-AD94-0BC3-5F004AC50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22188" y="-469389"/>
            <a:ext cx="7928513" cy="2782888"/>
          </a:xfrm>
        </p:spPr>
        <p:txBody>
          <a:bodyPr rtlCol="0">
            <a:normAutofit/>
          </a:bodyPr>
          <a:lstStyle/>
          <a:p>
            <a:r>
              <a:rPr lang="ru" dirty="0"/>
              <a:t>Что сделано на хакатоне:</a:t>
            </a:r>
            <a:endParaRPr lang="ru-RU" noProof="1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1B7384C-58F2-C834-9748-888286007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26166" y="1391444"/>
            <a:ext cx="4558645" cy="4754781"/>
          </a:xfrm>
        </p:spPr>
      </p:pic>
    </p:spTree>
    <p:extLst>
      <p:ext uri="{BB962C8B-B14F-4D97-AF65-F5344CB8AC3E}">
        <p14:creationId xmlns:p14="http://schemas.microsoft.com/office/powerpoint/2010/main" val="2139478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A9484-8D17-CBCE-2DEE-D64F3A2B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EF10C8E-0DBA-17B2-9BA3-A6CBD621D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693E22A-B12C-4ABC-8556-768358DD7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265D5C29-D50E-3906-7DC0-0065A265E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510596BD-46BB-2946-349B-9A5765425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1CF2292B-9186-FD50-3B5D-936216937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35621B0E-3019-2FAF-1308-842FB5305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C09211FE-1FD4-CCCB-0F9E-21B92BA35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CB627A7-2E2C-E3C0-AC0E-EA17E0718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AD964-2EC2-F7FB-3FC8-0E5BFF895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0721" y="-622659"/>
            <a:ext cx="7928513" cy="2782888"/>
          </a:xfrm>
        </p:spPr>
        <p:txBody>
          <a:bodyPr rtlCol="0">
            <a:normAutofit/>
          </a:bodyPr>
          <a:lstStyle/>
          <a:p>
            <a:r>
              <a:rPr lang="ru" dirty="0"/>
              <a:t>Что сделано на хакатоне:</a:t>
            </a:r>
            <a:endParaRPr lang="ru-RU" noProof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A7533B-1F6A-26E5-7DFE-5D653D910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55" y="1554741"/>
            <a:ext cx="8228723" cy="3379644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ru-RU" sz="3200" dirty="0"/>
              <a:t>.</a:t>
            </a:r>
            <a:endParaRPr lang="ru-RU" sz="3200" noProof="1"/>
          </a:p>
        </p:txBody>
      </p:sp>
      <p:pic>
        <p:nvPicPr>
          <p:cNvPr id="7" name="Рисунок 6" descr="Изображение выглядит как стол, в помещении, ноутбук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61F339-9688-4808-9B58-209FC75D5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774" y="2582863"/>
            <a:ext cx="3118597" cy="4158129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компьютер, ноутбук, в помещении, Персональный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BA1A67-E6C9-C038-FC85-7C64CC841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680" y="3017497"/>
            <a:ext cx="2875332" cy="3833776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человек, одежда, Человеческое лицо, улыб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B70571-821B-0CF1-ED1A-F849B5A6F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83" y="1129470"/>
            <a:ext cx="2534733" cy="3379644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в помещении, человек, стол, ноутбу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80CC24-7DA6-CCCA-3988-2ADC56230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791" y="1509751"/>
            <a:ext cx="3056334" cy="4075112"/>
          </a:xfrm>
          <a:prstGeom prst="rect">
            <a:avLst/>
          </a:prstGeom>
        </p:spPr>
      </p:pic>
      <p:pic>
        <p:nvPicPr>
          <p:cNvPr id="31" name="Рисунок 30" descr="Изображение выглядит как человек, Человеческое лицо, одежд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89DA86-EFA7-9801-9D0B-7FE8BD7C3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9401" y="396845"/>
            <a:ext cx="2492611" cy="3323481"/>
          </a:xfrm>
          <a:prstGeom prst="rect">
            <a:avLst/>
          </a:prstGeom>
        </p:spPr>
      </p:pic>
      <p:pic>
        <p:nvPicPr>
          <p:cNvPr id="33" name="Рисунок 32" descr="Изображение выглядит как человек, одежда, миска, Миска для смешива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6752AC-665F-C896-C25F-DB542BDF5B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9314" y="43358"/>
            <a:ext cx="2400903" cy="3201204"/>
          </a:xfrm>
          <a:prstGeom prst="rect">
            <a:avLst/>
          </a:prstGeom>
        </p:spPr>
      </p:pic>
      <p:pic>
        <p:nvPicPr>
          <p:cNvPr id="35" name="Рисунок 34" descr="Изображение выглядит как человек, одежда, Человеческое лицо, женщи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CD2F89-B826-AD64-3444-1AF6DD858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584" y="3807342"/>
            <a:ext cx="2834220" cy="290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85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0C374-D6DB-B292-68CF-4BFAE05E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0A771F3-90C6-2DC0-9AD5-258BC752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6A20CF9E-3CAD-B765-3C56-A0CD47FB9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735E18F0-51B6-D84F-F7E7-E34D18EE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B47A2050-439A-5B6E-4D76-391EDD54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ACCEC8B9-31B0-9D11-F0BB-C75ADBD62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1D023137-42F2-A3A2-4A2B-80C5209D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EAE470C8-5A88-92E5-8E4C-A4BC6857C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7D06AD09-AC84-A103-D590-37FD9AC08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54A66-C069-7055-2069-F831834B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64108" y="-614073"/>
            <a:ext cx="7928513" cy="2782888"/>
          </a:xfrm>
        </p:spPr>
        <p:txBody>
          <a:bodyPr rtlCol="0">
            <a:normAutofit/>
          </a:bodyPr>
          <a:lstStyle/>
          <a:p>
            <a:r>
              <a:rPr lang="ru" dirty="0"/>
              <a:t>Команда проекта:</a:t>
            </a:r>
            <a:endParaRPr lang="ru-RU" noProof="1"/>
          </a:p>
        </p:txBody>
      </p:sp>
      <p:pic>
        <p:nvPicPr>
          <p:cNvPr id="5" name="Объект 4" descr="Изображение выглядит как одежда, человек, Человеческое лицо, улыб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6D1D45-4B8F-7B77-5F25-B65B14F6A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9017" y="1391444"/>
            <a:ext cx="6284646" cy="471348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F57D92-ACA5-B385-956A-517838F35012}"/>
              </a:ext>
            </a:extLst>
          </p:cNvPr>
          <p:cNvSpPr txBox="1"/>
          <p:nvPr/>
        </p:nvSpPr>
        <p:spPr>
          <a:xfrm>
            <a:off x="6826247" y="868838"/>
            <a:ext cx="27400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Слева направо: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Елец Тимофей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Таранцев Никита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Алексеенко София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Литвинова Ольга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Климов Марк</a:t>
            </a:r>
          </a:p>
        </p:txBody>
      </p:sp>
    </p:spTree>
    <p:extLst>
      <p:ext uri="{BB962C8B-B14F-4D97-AF65-F5344CB8AC3E}">
        <p14:creationId xmlns:p14="http://schemas.microsoft.com/office/powerpoint/2010/main" val="11897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768E6-A051-8F08-D516-0FAF75B3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021B0BA-26A1-036A-CC10-A9C4FC658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BA40467A-37B1-FA7B-E86D-6471DCCF6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37DFB4EE-F408-3100-40F1-5193C2A47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8AF91D12-F245-C61D-D179-900F855C4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1B85F5B6-7B03-34C6-DAA9-7A99FC0EE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EDC3D8A9-FC57-6745-7A5C-A8A942AB3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D1765174-DF7A-A1DF-5938-2B5ED9B12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3D6529B9-946E-FCCA-2435-49DCF2794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7A258-B442-8D36-0491-AB15FD77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64108" y="-614073"/>
            <a:ext cx="7928513" cy="2782888"/>
          </a:xfrm>
        </p:spPr>
        <p:txBody>
          <a:bodyPr rtlCol="0">
            <a:normAutofit/>
          </a:bodyPr>
          <a:lstStyle/>
          <a:p>
            <a:r>
              <a:rPr lang="ru" dirty="0"/>
              <a:t>Команда проекта:</a:t>
            </a:r>
            <a:endParaRPr lang="ru-RU" noProof="1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5AD3E8-00A8-DDFB-6498-FBC4EB3ED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997" y="1653380"/>
            <a:ext cx="10018713" cy="3124201"/>
          </a:xfrm>
        </p:spPr>
        <p:txBody>
          <a:bodyPr/>
          <a:lstStyle/>
          <a:p>
            <a:r>
              <a:rPr lang="ru-RU" dirty="0"/>
              <a:t>Таранцев Никита и Елец Тимофей: занимались разработкой самого сайта и его интерфейса </a:t>
            </a:r>
          </a:p>
          <a:p>
            <a:r>
              <a:rPr lang="ru-RU" dirty="0"/>
              <a:t>Климов Марк и Алексеенко София, Литвинова Ольга : разработка и установка базы данных </a:t>
            </a:r>
          </a:p>
          <a:p>
            <a:r>
              <a:rPr lang="ru-RU" dirty="0"/>
              <a:t>Алексеенко София и Литвинова Ольга: создание презентации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1882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635_TF22644756.potx" id="{27E14D99-0C46-44F1-815C-7CA62B8509D0}" vid="{1AF6B17D-3219-4A4E-BA4D-BFE8887A554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Параллакс</Template>
  <TotalTime>37</TotalTime>
  <Words>141</Words>
  <Application>Microsoft Office PowerPoint</Application>
  <PresentationFormat>Широкоэкранный</PresentationFormat>
  <Paragraphs>30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Corbel</vt:lpstr>
      <vt:lpstr>Параллакс</vt:lpstr>
      <vt:lpstr>Рациональный асиистент</vt:lpstr>
      <vt:lpstr>Задача: создание онлайн-ассистента, который избавляет от нерациональных покупок </vt:lpstr>
      <vt:lpstr>Решение:</vt:lpstr>
      <vt:lpstr>Что сделано на хакатоне:</vt:lpstr>
      <vt:lpstr>Что сделано на хакатоне:</vt:lpstr>
      <vt:lpstr>Команда проекта:</vt:lpstr>
      <vt:lpstr>Команда проекта: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Sofiy Alekseenko</dc:creator>
  <cp:lastModifiedBy>Sofiy Alekseenko</cp:lastModifiedBy>
  <cp:revision>2</cp:revision>
  <dcterms:created xsi:type="dcterms:W3CDTF">2025-12-07T11:06:16Z</dcterms:created>
  <dcterms:modified xsi:type="dcterms:W3CDTF">2025-12-07T11:44:11Z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